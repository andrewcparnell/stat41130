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9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9"/>
  </p:normalViewPr>
  <p:slideViewPr>
    <p:cSldViewPr snapToGrid="0">
      <p:cViewPr varScale="1">
        <p:scale>
          <a:sx n="115" d="100"/>
          <a:sy n="115" d="100"/>
        </p:scale>
        <p:origin x="6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391B-41BA-C3DD-85A7-5947353D9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29BAD4-A869-3835-7F5C-C63501BE9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C4C81-028C-C91B-AEED-DC6F31D00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08D5-D6F2-414D-AB37-14E0FC7C0E6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75610-00F8-B665-711D-06F779BE8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B39D5-985C-A3A4-07CD-9474F428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0ACB-12AC-594F-8C47-DA96FB1AB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61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9B9E-EB63-38BF-9497-E34481A31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2A50C-D3B0-6D0A-FC1D-F1BE8DBF7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83E4B-2B89-B3C2-2C28-D35EA53CF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08D5-D6F2-414D-AB37-14E0FC7C0E6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78E84-F34F-F0F4-A598-32183F7A4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D0566-28BE-9DD4-89D3-9574EA823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0ACB-12AC-594F-8C47-DA96FB1AB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13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7A47E-332D-4239-2D8E-6835571B5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DD6B5-AC31-50C1-5CD0-D76B31730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76809-F6FE-4783-F5B2-54F62822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08D5-D6F2-414D-AB37-14E0FC7C0E6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55DB9-5112-CFC8-FE94-B852BD78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A24C0-8262-EEE6-057D-817D7DB7C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0ACB-12AC-594F-8C47-DA96FB1AB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47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859CF-6DC0-A2D1-117D-2B9873DE9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FB6B1-5DC6-DA48-637C-4FFC83CF3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574FB-1E75-703B-497E-ED4EBCF64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A4C7-8436-E04A-5918-49BB3AAB8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08D5-D6F2-414D-AB37-14E0FC7C0E6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CFEB3-257E-AFFA-30CD-2400B0A8B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39A37-19D7-3082-3064-FAE01509C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0ACB-12AC-594F-8C47-DA96FB1AB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40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E4137-1B62-7E58-7ECD-A2A277C73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D7CE5-76F5-39AC-1B51-32FB511D6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2A0F9A-E869-F60F-ED28-AC3CBAC44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36E780-396D-0E8B-6BC6-3321301925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644F6-BB1F-07EF-7384-51EF843DA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862B7F-10DE-2462-1415-B4F00303E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08D5-D6F2-414D-AB37-14E0FC7C0E6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37BC81-CE92-B37A-991D-86BCE6369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C5BA91-743A-9C91-3663-087B65C49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0ACB-12AC-594F-8C47-DA96FB1AB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30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D75EC-5F13-8397-B089-A270EBDD1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AF7D36-4788-C947-E761-6E47EC78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08D5-D6F2-414D-AB37-14E0FC7C0E6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ACD57-F9A0-D920-1304-E4BCD47FB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82CFB-F3D0-8E09-7046-E79ADE565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0ACB-12AC-594F-8C47-DA96FB1AB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575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8CCEB-A2E4-63E4-305D-4B1174E6A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08D5-D6F2-414D-AB37-14E0FC7C0E6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354208-A2D5-7266-F766-55F17B20C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503AC-77A3-4459-9B81-B8E7E2F2F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0ACB-12AC-594F-8C47-DA96FB1AB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85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EBFD4-DD6B-DB2B-7ECA-37CF070BE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06AEE-447D-DDEA-F4EE-1F56B3067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C835B-31CB-D20F-8F41-35399B706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80DC7-88A5-1821-DA81-D9B9078C7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08D5-D6F2-414D-AB37-14E0FC7C0E6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B3516-1064-FAAB-958C-51B66CCD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4F92D-D21E-EB0B-CB4D-142C5E4D1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0ACB-12AC-594F-8C47-DA96FB1AB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75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2C12-F233-BE68-16CC-CB526FABA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08E070-3976-0163-7983-63B386FFE6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28CDD7-94FF-F830-68CC-535372F63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D7044-6A34-1F5E-300E-DB6356B28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08D5-D6F2-414D-AB37-14E0FC7C0E6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3C5F1-F54A-9A35-6CC4-76785C779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7CBE9-98A2-D8D2-7353-321A345D0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0ACB-12AC-594F-8C47-DA96FB1AB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54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6DA65-66F7-773E-26A0-E9CCCC63F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948C7-9AFF-D5FD-4E8E-88124640C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34602-E8EA-5836-47EB-0C2C0CF5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08D5-D6F2-414D-AB37-14E0FC7C0E6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5B835-504A-9996-D5A7-14E1EA35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640C4-E341-F379-F6D6-89DF71C0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0ACB-12AC-594F-8C47-DA96FB1AB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87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3026D-3FA4-F604-DFC3-34BE5F25F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5DD2D-0606-7863-C113-E22968267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80645-751F-A528-A3A3-2C4B21F16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08D5-D6F2-414D-AB37-14E0FC7C0E6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F77E1-6003-749D-88C3-437806D14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99BF2-8F47-5967-C6A1-E91B3460D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10ACB-12AC-594F-8C47-DA96FB1AB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68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int mediu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167D2C-5176-1ED3-A328-C37831632F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52165" y="3305069"/>
            <a:ext cx="8928728" cy="35529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83037B-3C53-AD11-3C53-4E910F029F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5" y="0"/>
            <a:ext cx="12188825" cy="685978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433CFB9-3CD0-7249-3875-4CDCC326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04C136-FB56-3E5C-714E-C7C45145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2247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D5A568-EBE7-C073-C2D7-5D8A846B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5ED23-7134-8D0F-ED1E-3C012CAA5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6959C-337C-897A-C552-699D7E0856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908D5-D6F2-414D-AB37-14E0FC7C0E6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80EA1-D44E-2588-9939-5E1D22696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9D2BF-D9C3-D430-98DC-2DBCBA977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A10ACB-12AC-594F-8C47-DA96FB1AB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77CDE-44D9-EBDF-7F78-493D9CF8D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FCD34-26A7-B397-4655-7BBA4D03C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Feedback please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AD32A-58F8-8E03-0B09-653DE23F0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forms.gle</a:t>
            </a:r>
            <a:r>
              <a:rPr lang="en-US" dirty="0"/>
              <a:t>/7FTGrtsM6r9B3MXR8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976D47D2-AF63-4EDD-35B0-586D3DBD6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052" y="3089042"/>
            <a:ext cx="2788170" cy="278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297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Courier New</vt:lpstr>
      <vt:lpstr>Office Theme</vt:lpstr>
      <vt:lpstr>Feedback please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Parnell</dc:creator>
  <cp:lastModifiedBy>Andrew Parnell</cp:lastModifiedBy>
  <cp:revision>1</cp:revision>
  <dcterms:created xsi:type="dcterms:W3CDTF">2026-02-28T15:57:44Z</dcterms:created>
  <dcterms:modified xsi:type="dcterms:W3CDTF">2026-02-28T16:00:33Z</dcterms:modified>
</cp:coreProperties>
</file>